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4C8B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PlantBrain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 Platform for Manufacturing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Algo8's PlantBrain turns raw sensor data into manufacturing intelligence — predicting failures, optimising quality and cutting downtime at scale.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920240" cy="822960"/>
          </a:xfrm>
          <a:prstGeom prst="rect">
            <a:avLst/>
          </a:prstGeom>
          <a:solidFill>
            <a:srgbClr val="1A4C8B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3840480"/>
            <a:ext cx="1920240" cy="822960"/>
          </a:xfrm>
          <a:prstGeom prst="rect">
            <a:avLst/>
          </a:prstGeom>
          <a:solidFill>
            <a:srgbClr val="1A4C8B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Impact/Year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1920240" cy="822960"/>
          </a:xfrm>
          <a:prstGeom prst="rect">
            <a:avLst/>
          </a:prstGeom>
          <a:solidFill>
            <a:srgbClr val="1A4C8B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Downtime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3840480"/>
            <a:ext cx="1920240" cy="822960"/>
          </a:xfrm>
          <a:prstGeom prst="rect">
            <a:avLst/>
          </a:prstGeom>
          <a:solidFill>
            <a:srgbClr val="1A4C8B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Throughput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Manufacturing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plants generate massive amounts of data — but most of it is never used.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increase from inefficiencies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 to quality issues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91440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lost-time injuries vs benchmark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71800"/>
            <a:ext cx="9144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global emissions annually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cause: Data exists but is siloed, unanalysed and not actionable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C8B"/>
          </a:solidFill>
          <a:ln w="12700">
            <a:solidFill>
              <a:srgbClr val="1A4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PlantBrain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783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IoT sensors on machines, conveyor belts, furnaces, compressors — temperature, vibration, pressure, speed — stream data in real time via IIoT networks.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2514600"/>
            <a:ext cx="2103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1440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14400"/>
            <a:ext cx="196596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932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188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42032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lake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1993392"/>
            <a:ext cx="1783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streams land in a centralised time-series data lake. Historical + live data are unified — this is the foundation PlantBrain AI runs 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16552" y="2514600"/>
            <a:ext cx="21031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91440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914400"/>
            <a:ext cx="19659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932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1188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18304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1993392"/>
            <a:ext cx="1783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ML models (anomaly detection, regression, classification) train on historical patterns. Models learn what 'normal' looks like for every asset.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92824" y="2514600"/>
            <a:ext cx="210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914400"/>
            <a:ext cx="1965960" cy="34747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914400"/>
            <a:ext cx="196596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9326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03136" y="1188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94576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94576" y="1993392"/>
            <a:ext cx="1783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surface to plant operators via real-time dashboards — alerts, predicted failures, quality forecasts, maintenance windows — in plain language.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Data Lake → AI Models → Operator Insights → Better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AI — What It Actually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manufacturing plant, everything that happens is recorded as a time-series — a stream of values changing over time.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sensor streams: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temp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 sec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11480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3957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100ms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79776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797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GCV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7797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411480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63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163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14800" cy="1234440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Hindalco (Aditya Aluminium)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Algo8 built time-series models for GCV (Gross Calorific Value) of coal. GCV tells you how much energy coal will release when burned — critical for furnace efficiency. PlantBrain predicted GCV before burning, letting operators adjust fuel blend in advance. Result: more efficient combustion, less waste, better margins.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822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over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4041648"/>
            <a:ext cx="219456" cy="1097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4005072"/>
            <a:ext cx="219456" cy="146304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4005072"/>
            <a:ext cx="219456" cy="1828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87568" y="4078224"/>
            <a:ext cx="219456" cy="1097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07024" y="3968496"/>
            <a:ext cx="219456" cy="146304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895344"/>
            <a:ext cx="219456" cy="1097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3675888"/>
            <a:ext cx="219456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3456432"/>
            <a:ext cx="219456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84848" y="3346704"/>
            <a:ext cx="219456" cy="146304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4304" y="3346704"/>
            <a:ext cx="219456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566160"/>
            <a:ext cx="219456" cy="29260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3216" y="3822192"/>
            <a:ext cx="219456" cy="1828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3968496"/>
            <a:ext cx="219456" cy="1097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82128" y="4041648"/>
            <a:ext cx="219456" cy="10972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2286000"/>
            <a:ext cx="658368" cy="1554480"/>
          </a:xfrm>
          <a:prstGeom prst="rect">
            <a:avLst/>
          </a:prstGeom>
          <a:solidFill>
            <a:srgbClr val="EA580C">
              <a:alpha val="25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0116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4434840"/>
            <a:ext cx="32918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343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the normal pattern and flags anything that deviates — before it becomes a breakdown.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C8B"/>
          </a:solidFill>
          <a:ln w="12700">
            <a:solidFill>
              <a:srgbClr val="1A4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PlantBrain — 3 Product Pillars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— live 3D mirror of the plant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optimisation — dynamic production planning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5054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prediction — forecast defects before they happen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— real-time KPI dashboards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4434840"/>
            <a:ext cx="2743200" cy="4114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53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 10% throughput increase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86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fix before it breaks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— vibration, temp, pressure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5054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&amp; integrity detection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optimisation — right spares, right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4434840"/>
            <a:ext cx="274320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453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 80% less unplanned downtime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886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Intelligence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4813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— cut electricity spend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1993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Decarbonisation — track &amp; reduce emissions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5054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workers — wearable safety IoT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— automated audit trails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4434840"/>
            <a:ext cx="2743200" cy="411480"/>
          </a:xfrm>
          <a:prstGeom prst="rect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453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 90% less manual inspection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Before vs After PlantBrain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PlantBrain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840480" cy="512064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scheduled on a fixed calendar — not based on actual machine condition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happen unexpectedly — production line stops, workers idle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3840480" cy="512064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do manual rounds — walk the floor checking gauges by hand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ordered reactively — often out of stock when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3840480" cy="512064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75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 after the fact — hours of investigation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PlantBrain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389888"/>
            <a:ext cx="3840480" cy="512064"/>
          </a:xfrm>
          <a:prstGeom prst="rect">
            <a:avLst/>
          </a:prstGeom>
          <a:solidFill>
            <a:srgbClr val="F0FDF9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4081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1000s of sensors continuously — maintenance triggered by actual wear signals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1956816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9751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predicted 2-4 weeks ahead — planned shutdown during low-demand window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523744"/>
            <a:ext cx="3840480" cy="512064"/>
          </a:xfrm>
          <a:prstGeom prst="rect">
            <a:avLst/>
          </a:prstGeom>
          <a:solidFill>
            <a:srgbClr val="F0FDF9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5420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 sent to engineer's phone — no manual rounds needed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09067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auto-flagged weeks in advance — always in stock when needed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3657600"/>
            <a:ext cx="3840480" cy="512064"/>
          </a:xfrm>
          <a:prstGeom prst="rect">
            <a:avLst/>
          </a:prstGeom>
          <a:solidFill>
            <a:srgbClr val="F0FDF9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75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pinpoints root cause in minutes using pattern matching on historical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914400"/>
            <a:ext cx="73152" cy="3383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C8B"/>
          </a:solidFill>
          <a:ln w="12700">
            <a:solidFill>
              <a:srgbClr val="1A4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PlantBrain — Inferred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(inferred from product capabilities and industry norms — not publicly disclosed)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78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389888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OPC-UA protocols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2093976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214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event streaming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798064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25496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edge collectors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3502152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295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for ERP/SCADA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01952" y="960120"/>
            <a:ext cx="162763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978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processing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01952" y="1389888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4173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DB (InfluxDB / TimescaleDB)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01952" y="2093976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21214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(S3 / Azure Blob)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01952" y="2798064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825496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Flink stream processing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01952" y="3502152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35295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metadata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21024" y="960120"/>
            <a:ext cx="16276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978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21024" y="1389888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4173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 models for time-series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21024" y="2093976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21214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(Isolation Forest, VAE)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21024" y="2798064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2825496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quality prediction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21024" y="3502152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35295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PyTorch / TensorFlow / scikit-learn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0096" y="960120"/>
            <a:ext cx="1627632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978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40096" y="1389888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14173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Angular frontend dashboards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40096" y="2093976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21214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 backend services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40096" y="2798064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825496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visualisation (3D/WebGL)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40096" y="3502152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31536" y="35295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 + mobile notifications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59168" y="960120"/>
            <a:ext cx="16276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9168" y="9784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59168" y="1389888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141732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 / Azure)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59168" y="2093976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21214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for air-gapped plants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59168" y="2798064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2825496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 orchestration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59168" y="3502152"/>
            <a:ext cx="1627632" cy="640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3529584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model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822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1188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0" y="822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9788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16152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71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Aspentech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1271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simulation, APC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1271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1271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5312" y="1271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incumbents — expensive, complex to deploy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37944"/>
            <a:ext cx="859536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C3.ai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01952" y="1892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apps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9312" y="1892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US-heavy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792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25312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AI platform — less industry depth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Uptake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01952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performance mgmt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NA/Europe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93792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25312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space but limited India presence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81528"/>
            <a:ext cx="859536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MindSphere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01952" y="3136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39312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25312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Hardware-first, AI is add-on — not native AI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8595360" cy="566928"/>
          </a:xfrm>
          <a:prstGeom prst="rect">
            <a:avLst/>
          </a:prstGeom>
          <a:solidFill>
            <a:srgbClr val="E8F9F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703320"/>
            <a:ext cx="914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758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Algo8 PlantBrain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Industrial 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39312" y="3758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MENA + Global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3758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$$-$$$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25312" y="37581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Domain-deep, faster deploy, India-native pricing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Impact — Client Testimonials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023360"/>
          </a:xfrm>
          <a:prstGeom prst="rect">
            <a:avLst/>
          </a:prstGeom>
          <a:solidFill>
            <a:srgbClr val="1A4C8B">
              <a:alpha val="7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Hindalco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Aluminium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for GCV improved precision and efficiency of our Coal Chain. In 4 months, Algo8 gave us a competitive edge.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4206240"/>
            <a:ext cx="2560320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 to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834640" cy="4023360"/>
          </a:xfrm>
          <a:prstGeom prst="rect">
            <a:avLst/>
          </a:prstGeom>
          <a:solidFill>
            <a:srgbClr val="1A4C8B">
              <a:alpha val="7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2296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1 refinery but now have rolled out to 8 refineries. It has been a pleasure working with them.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206240"/>
            <a:ext cx="2560320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rollout scale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834640" cy="4023360"/>
          </a:xfrm>
          <a:prstGeom prst="rect">
            <a:avLst/>
          </a:prstGeom>
          <a:solidFill>
            <a:srgbClr val="1A4C8B">
              <a:alpha val="7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355080" y="19202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excellent team and an even better product. We have straight away saved $1mn in the past 6 months alone.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206240"/>
            <a:ext cx="2560320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224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saved in 6 months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904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everywhere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709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plants already have thousands of sensors. PlantBrain unlocks the value trapped in that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258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5511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can monitor 10,000 data points in real time. AI can — 24/7, with no fatigue.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729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099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don't react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392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reactive maintenance to predictive is the single biggest operational efficiency leap available today.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01421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941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is fast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4233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Hindalco saw results in 4 months. $1M saved in 6 months at a Fortune 500. The economics work.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algo8.ai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PlantBrain — Industrial AI for Manufacturing</dc:title>
  <dc:subject>PptxGenJS Presentation</dc:subject>
  <dc:creator>PptxGenJS</dc:creator>
  <cp:lastModifiedBy>PptxGenJS</cp:lastModifiedBy>
  <cp:revision>1</cp:revision>
  <dcterms:created xsi:type="dcterms:W3CDTF">2026-04-08T12:07:54Z</dcterms:created>
  <dcterms:modified xsi:type="dcterms:W3CDTF">2026-04-08T12:07:54Z</dcterms:modified>
</cp:coreProperties>
</file>